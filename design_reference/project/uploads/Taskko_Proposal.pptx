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468880" cy="347472"/>
          </a:xfrm>
          <a:prstGeom prst="rect">
            <a:avLst/>
          </a:prstGeom>
          <a:solidFill>
            <a:srgbClr val="7C3AED">
              <a:alpha val="6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A78BFA"/>
                </a:solidFill>
              </a:rPr>
              <a:t>MAD PROJECT PROPOSAL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Taskko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Productivity Companion.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32004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9718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Ahad Uddin Ahmed Usmani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SAP: 60199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Sharjeel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SAP: 59385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International University, Lahore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0" y="457200"/>
            <a:ext cx="2103120" cy="4114800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594360"/>
            <a:ext cx="1645920" cy="3749040"/>
          </a:xfrm>
          <a:prstGeom prst="rect">
            <a:avLst/>
          </a:prstGeom>
          <a:solidFill>
            <a:srgbClr val="1A1830"/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0" y="777240"/>
            <a:ext cx="1554480" cy="256032"/>
          </a:xfrm>
          <a:prstGeom prst="rect">
            <a:avLst/>
          </a:prstGeom>
          <a:solidFill>
            <a:srgbClr val="7C3AED">
              <a:alpha val="7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77724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Taskko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58000" y="1115568"/>
            <a:ext cx="1554480" cy="384048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6288" y="11155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  Done: Submit assignment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858000" y="1572768"/>
            <a:ext cx="1554480" cy="384048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5727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  Done: Review notes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858000" y="2029968"/>
            <a:ext cx="1554480" cy="384048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0299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  Doing: Read chapter 3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58000" y="2487168"/>
            <a:ext cx="1554480" cy="384048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248716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  Next: Practice problems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858000" y="2999232"/>
            <a:ext cx="1554480" cy="502920"/>
          </a:xfrm>
          <a:prstGeom prst="rect">
            <a:avLst/>
          </a:prstGeom>
          <a:solidFill>
            <a:srgbClr val="7C3AED">
              <a:alpha val="7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99923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5 Day Streak!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58000" y="327355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78BFA"/>
                </a:solidFill>
              </a:rPr>
              <a:t>1,240 pts  |  Rank: Pro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do students fail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stay productive?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023360" cy="1280160"/>
          </a:xfrm>
          <a:prstGeom prst="rect">
            <a:avLst/>
          </a:prstGeom>
          <a:solidFill>
            <a:srgbClr val="22203A"/>
          </a:solidFill>
          <a:ln w="12700">
            <a:solidFill>
              <a:srgbClr val="DC262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6400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Overwhelming Goals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2677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tasks feel impossible to start. No system to break them down smartly.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828800"/>
            <a:ext cx="4023360" cy="1280160"/>
          </a:xfrm>
          <a:prstGeom prst="rect">
            <a:avLst/>
          </a:prstGeom>
          <a:solidFill>
            <a:srgbClr val="22203A"/>
          </a:solidFill>
          <a:ln w="12700">
            <a:solidFill>
              <a:srgbClr val="DC262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828800"/>
            <a:ext cx="6400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2024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669280" y="1920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669280" y="226771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to-do apps are cold, boring, and get abandoned within days.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023360" cy="1280160"/>
          </a:xfrm>
          <a:prstGeom prst="rect">
            <a:avLst/>
          </a:prstGeom>
          <a:solidFill>
            <a:srgbClr val="22203A"/>
          </a:solidFill>
          <a:ln w="12700">
            <a:solidFill>
              <a:srgbClr val="DC262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6400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383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📉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Motivation 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73075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rewards, no progress visible — nothing to make users return tomorrow.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291840"/>
            <a:ext cx="4023360" cy="1280160"/>
          </a:xfrm>
          <a:prstGeom prst="rect">
            <a:avLst/>
          </a:prstGeom>
          <a:solidFill>
            <a:srgbClr val="22203A"/>
          </a:solidFill>
          <a:ln w="12700">
            <a:solidFill>
              <a:srgbClr val="DC2626">
                <a:alpha val="3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291840"/>
            <a:ext cx="64008" cy="12801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38328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🤯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6928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 Without Breaks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69280" y="373075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overwork without reminders, leading to fast mental fatigue.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54864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Introducing Taskko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Assistant in Your Pocket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1907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Taskko combines AI-powered goal planning, gamification, and social accountability into one mobile app — turning productivity into something students actually enjoy.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70432" y="25603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breaks your goals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bite-sized steps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01568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005072" y="25603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points, ranks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badges for tasks done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46888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257860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39712" y="256032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+ shields keep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consistent daily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58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70432" y="3840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badges &amp; reports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social accountability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374904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01568" y="3858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005072" y="3840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companion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 &amp; nudges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749040"/>
            <a:ext cx="260604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38587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839712" y="384048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 adjusts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on the fly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Taskko Offers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4069080" cy="1691640"/>
          </a:xfrm>
          <a:prstGeom prst="rect">
            <a:avLst/>
          </a:prstGeom>
          <a:solidFill>
            <a:srgbClr val="22203A"/>
          </a:solidFill>
          <a:ln w="12700">
            <a:solidFill>
              <a:srgbClr val="7C3AED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53312"/>
            <a:ext cx="64008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426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AI Core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92224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to step-by-step AI breakdown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planning by time available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companion and coach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motivational nudges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Mood-aware session adjustment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353312"/>
            <a:ext cx="4069080" cy="1691640"/>
          </a:xfrm>
          <a:prstGeom prst="rect">
            <a:avLst/>
          </a:prstGeom>
          <a:solidFill>
            <a:srgbClr val="22203A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53312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4264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Gamification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19472" y="1792224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every task completed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system: Rookie to Legend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badges auto-unlocked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 like Duolingo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shield using earned points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182112"/>
            <a:ext cx="4069080" cy="1691640"/>
          </a:xfrm>
          <a:prstGeom prst="rect">
            <a:avLst/>
          </a:prstGeom>
          <a:solidFill>
            <a:srgbClr val="22203A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182112"/>
            <a:ext cx="64008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2552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Social Layer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621024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badge sharing to social media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shareable report card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 and squad leaderboard system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emotional marketing growth loop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754880" y="3182112"/>
            <a:ext cx="4069080" cy="1691640"/>
          </a:xfrm>
          <a:prstGeom prst="rect">
            <a:avLst/>
          </a:prstGeom>
          <a:solidFill>
            <a:srgbClr val="22203A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82112"/>
            <a:ext cx="64008" cy="1691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25526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Productivity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19472" y="3621024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reminders between tasks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Post-task reflection check-ins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 and calendar view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goal setup on first launch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stats dashboard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Taskko Wins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1965960" cy="402336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1965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1325880"/>
            <a:ext cx="1508760" cy="402336"/>
          </a:xfrm>
          <a:prstGeom prst="rect">
            <a:avLst/>
          </a:prstGeom>
          <a:solidFill>
            <a:srgbClr val="1E1E3F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3258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(Stanford)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1508760" cy="402336"/>
          </a:xfrm>
          <a:prstGeom prst="rect">
            <a:avLst/>
          </a:prstGeom>
          <a:solidFill>
            <a:srgbClr val="1A3A2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3258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49240" y="1325880"/>
            <a:ext cx="1508760" cy="402336"/>
          </a:xfrm>
          <a:prstGeom prst="rect">
            <a:avLst/>
          </a:prstGeom>
          <a:solidFill>
            <a:srgbClr val="1A2A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13258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0" y="1325880"/>
            <a:ext cx="1508760" cy="402336"/>
          </a:xfrm>
          <a:prstGeom prst="rect">
            <a:avLst/>
          </a:prstGeom>
          <a:solidFill>
            <a:srgbClr val="3B1F6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325880"/>
            <a:ext cx="1508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Taskko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728216"/>
            <a:ext cx="19659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728216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Goal Breakdown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31720" y="1728216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72821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0" y="1728216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72821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49240" y="1728216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72821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858000" y="1728216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72821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2066544"/>
            <a:ext cx="19659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066544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331720" y="2066544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06654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40480" y="2066544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206654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349240" y="2066544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06654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858000" y="2066544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0" y="206654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65760" y="2404872"/>
            <a:ext cx="19659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404872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Sharing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331720" y="2404872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240487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840480" y="2404872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240487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349240" y="2404872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40487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858000" y="2404872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240487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365760" y="2743200"/>
            <a:ext cx="19659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2743200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331720" y="2743200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274320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3840480" y="2743200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274320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5349240" y="2743200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49240" y="274320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6858000" y="2743200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58000" y="2743200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365760" y="3081528"/>
            <a:ext cx="19659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081528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System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331720" y="3081528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31720" y="3081528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3840480" y="3081528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840480" y="3081528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5349240" y="3081528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49240" y="3081528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858000" y="3081528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3081528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65760" y="3419856"/>
            <a:ext cx="19659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3419856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331720" y="3419856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31720" y="341985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3840480" y="3419856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0" y="341985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5349240" y="3419856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49240" y="341985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858000" y="3419856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858000" y="3419856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365760" y="3758184"/>
            <a:ext cx="19659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65760" y="3758184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Card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331720" y="3758184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31720" y="375818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3840480" y="3758184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0" y="375818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349240" y="3758184"/>
            <a:ext cx="1508760" cy="338328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349240" y="375818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858000" y="3758184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58000" y="3758184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365760" y="4096512"/>
            <a:ext cx="19659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65760" y="4096512"/>
            <a:ext cx="19659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Reminders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2331720" y="4096512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31720" y="409651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3840480" y="4096512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840480" y="409651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349240" y="4096512"/>
            <a:ext cx="1508760" cy="338328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349240" y="409651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858000" y="4096512"/>
            <a:ext cx="1508760" cy="338328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858000" y="4096512"/>
            <a:ext cx="15087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858000" y="1325880"/>
            <a:ext cx="1508760" cy="31089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Taskko is the only app combining AI planning, gamification AND social sharing.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With Modern Tech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06B6D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11155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143000" y="1673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mobile (iOS + Android)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10B981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64008" cy="11155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17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41732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532120" y="16733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532120" y="201168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and server-side business logic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587752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F59E0B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587752"/>
            <a:ext cx="64008" cy="11155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679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🗄️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43000" y="26791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" y="29352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Firebase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" y="32735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data, tasks, streaks, real-time sync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587752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587752"/>
            <a:ext cx="64008" cy="111556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679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532120" y="26791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532120" y="2935224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32120" y="32735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breakdown, chatbot, nudges, mood AI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849624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EF4444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849624"/>
            <a:ext cx="64008" cy="11155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43000" y="394106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43000" y="419709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Sign-In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43000" y="45354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Frictionless one-tap login for students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849624"/>
            <a:ext cx="4069080" cy="1115568"/>
          </a:xfrm>
          <a:prstGeom prst="rect">
            <a:avLst/>
          </a:prstGeom>
          <a:solidFill>
            <a:srgbClr val="22203A"/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3849624"/>
            <a:ext cx="64008" cy="11155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394106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532120" y="394106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32120" y="419709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 Squeezy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532120" y="45354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Pakistan-friendly subscription billing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1828800"/>
            <a:ext cx="4572000" cy="45720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Taskko Makes Money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502920"/>
          </a:xfrm>
          <a:prstGeom prst="rect">
            <a:avLst/>
          </a:prstGeom>
          <a:solidFill>
            <a:srgbClr val="22203A"/>
          </a:solidFill>
          <a:ln w="12700">
            <a:solidFill>
              <a:srgbClr val="94A3B8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 |  PKR 0 / month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114800" cy="502920"/>
          </a:xfrm>
          <a:prstGeom prst="rect">
            <a:avLst/>
          </a:prstGeom>
          <a:solidFill>
            <a:srgbClr val="2D1B5E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3258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Tier  |  PKR 499 / month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201168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breakdown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1874520"/>
            <a:ext cx="210312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187452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3/day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874520"/>
            <a:ext cx="4114800" cy="374904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874520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67712"/>
            <a:ext cx="201168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67712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access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77440" y="2267712"/>
            <a:ext cx="210312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0" y="2267712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267712"/>
            <a:ext cx="4114800" cy="374904"/>
          </a:xfrm>
          <a:prstGeom prst="rect">
            <a:avLst/>
          </a:prstGeom>
          <a:solidFill>
            <a:srgbClr val="251645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267712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access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660904"/>
            <a:ext cx="201168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60904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and ranks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377440" y="2660904"/>
            <a:ext cx="210312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77440" y="2660904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660904"/>
            <a:ext cx="4114800" cy="374904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2660904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+ exclusive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054096"/>
            <a:ext cx="201168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54096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 card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77440" y="3054096"/>
            <a:ext cx="210312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77440" y="3054096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63440" y="3054096"/>
            <a:ext cx="4114800" cy="374904"/>
          </a:xfrm>
          <a:prstGeom prst="rect">
            <a:avLst/>
          </a:prstGeom>
          <a:solidFill>
            <a:srgbClr val="251645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54096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 Shareable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447288"/>
            <a:ext cx="201168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447288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 shield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377440" y="3447288"/>
            <a:ext cx="2103120" cy="374904"/>
          </a:xfrm>
          <a:prstGeom prst="rect">
            <a:avLst/>
          </a:prstGeom>
          <a:solidFill>
            <a:srgbClr val="22203A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3447288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663440" y="3447288"/>
            <a:ext cx="4114800" cy="374904"/>
          </a:xfrm>
          <a:prstGeom prst="rect">
            <a:avLst/>
          </a:prstGeom>
          <a:solidFill>
            <a:srgbClr val="2D1B5E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447288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3840480"/>
            <a:ext cx="201168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3840480"/>
            <a:ext cx="19202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history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377440" y="3840480"/>
            <a:ext cx="2103120" cy="374904"/>
          </a:xfrm>
          <a:prstGeom prst="rect">
            <a:avLst/>
          </a:prstGeom>
          <a:solidFill>
            <a:srgbClr val="1A1830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77440" y="3840480"/>
            <a:ext cx="210312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840480"/>
            <a:ext cx="4114800" cy="374904"/>
          </a:xfrm>
          <a:prstGeom prst="rect">
            <a:avLst/>
          </a:prstGeom>
          <a:solidFill>
            <a:srgbClr val="251645"/>
          </a:solidFill>
          <a:ln w="12700">
            <a:solidFill>
              <a:srgbClr val="0F0E17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3840480"/>
            <a:ext cx="41148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6576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Revenue Streams: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badge pack in-app purchases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/ institution B2B licensing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growth via social badge sharing — zero ad spend needed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914400"/>
            <a:ext cx="5029200" cy="5029200"/>
          </a:xfrm>
          <a:prstGeom prst="ellipse">
            <a:avLst/>
          </a:prstGeom>
          <a:solidFill>
            <a:srgbClr val="7C3AED">
              <a:alpha val="22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4114800" cy="4114800"/>
          </a:xfrm>
          <a:prstGeom prst="ellipse">
            <a:avLst/>
          </a:prstGeom>
          <a:solidFill>
            <a:srgbClr val="4F46E5">
              <a:alpha val="18000"/>
            </a:srgbClr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future of student productivity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 gamified, social and AI-powered.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474720" y="2651760"/>
            <a:ext cx="2194560" cy="45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88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Taskko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goals into wins - one task at a time.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Ahad Uddin Ahmed Usmani  |  SAP: 60199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Sharjeel  |  SAP: 59385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Riphah International University, Lahore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Taskko - MAD Project Proposal</dc:title>
  <dc:subject>PptxGenJS Presentation</dc:subject>
  <dc:creator>PptxGenJS</dc:creator>
  <cp:lastModifiedBy>PptxGenJS</cp:lastModifiedBy>
  <cp:revision>1</cp:revision>
  <dcterms:created xsi:type="dcterms:W3CDTF">2026-04-02T14:26:37Z</dcterms:created>
  <dcterms:modified xsi:type="dcterms:W3CDTF">2026-04-02T14:26:37Z</dcterms:modified>
</cp:coreProperties>
</file>